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 연인원</c:v>
                </c:pt>
              </c:strCache>
            </c:strRef>
          </c:tx>
          <c:spPr>
            <a:solidFill>
              <a:srgbClr val="B7C4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2150</c:v>
                </c:pt>
                <c:pt idx="1">
                  <c:v>2300</c:v>
                </c:pt>
                <c:pt idx="2">
                  <c:v>2420</c:v>
                </c:pt>
                <c:pt idx="3">
                  <c:v>2380</c:v>
                </c:pt>
                <c:pt idx="4">
                  <c:v>2560</c:v>
                </c:pt>
                <c:pt idx="5">
                  <c:v>2684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 연인원</c:v>
                </c:pt>
              </c:strCache>
            </c:strRef>
          </c:tx>
          <c:spPr>
            <a:solidFill>
              <a:srgbClr val="123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2070</c:v>
                </c:pt>
                <c:pt idx="1">
                  <c:v>2215</c:v>
                </c:pt>
                <c:pt idx="2">
                  <c:v>2350</c:v>
                </c:pt>
                <c:pt idx="3">
                  <c:v>2301</c:v>
                </c:pt>
                <c:pt idx="4">
                  <c:v>2478</c:v>
                </c:pt>
                <c:pt idx="5">
                  <c:v>2518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206240" cy="4206240"/>
          </a:xfrm>
          <a:prstGeom prst="ellipse">
            <a:avLst/>
          </a:prstGeom>
          <a:solidFill>
            <a:srgbClr val="1E8C7E">
              <a:alpha val="65000"/>
            </a:srgbClr>
          </a:solidFill>
          <a:ln w="12700">
            <a:solidFill>
              <a:srgbClr val="1E8C7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200400"/>
            <a:ext cx="457200" cy="45720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PROPOSAL  ·  인력공급 제안서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한빛전자 비나 귀중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근로자 인력 공급 제안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날, 필요한 인원을 정확하게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2026-10-05  |  홍길동 영업팀장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소개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Công ty TNHH OO HR Việt Nam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베트남 북부·남부 산업단지를 중심으로 제조·물류·식품 고객사에 단기·일용 인력을 공급합니다. 모집부터 교육, 출퇴근, 근태, 정산까지 한 번에 책임지는 운영 파트너입니다.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노동보훈사회부 인력파견 허가 제 000/LĐTBXH-GP (예시)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공급 인원(명)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고객사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44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96.8%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충원율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7889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3044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 연도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한빛전자 비나의 과제와 해결 방향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해결 방향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1104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110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325880"/>
            <a:ext cx="3611880" cy="754380"/>
          </a:xfrm>
          <a:prstGeom prst="roundRect">
            <a:avLst>
              <a:gd name="adj" fmla="val 96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32588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라인 증설로 생산 인력 50명 필요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8419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25880"/>
            <a:ext cx="3840480" cy="754380"/>
          </a:xfrm>
          <a:prstGeom prst="roundRect">
            <a:avLst>
              <a:gd name="adj" fmla="val 969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32588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내 단계별 투입 (1주차 30명, 2주차 20명)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5686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171700"/>
            <a:ext cx="3611880" cy="754380"/>
          </a:xfrm>
          <a:prstGeom prst="roundRect">
            <a:avLst>
              <a:gd name="adj" fmla="val 96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217170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검사(QC) 인력 숙련도 편차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43001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171700"/>
            <a:ext cx="3840480" cy="754380"/>
          </a:xfrm>
          <a:prstGeom prst="roundRect">
            <a:avLst>
              <a:gd name="adj" fmla="val 969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17170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전 검사 기준 교육 + 숙련자 우선 배치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268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026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017520"/>
            <a:ext cx="3611880" cy="754380"/>
          </a:xfrm>
          <a:prstGeom prst="roundRect">
            <a:avLst>
              <a:gd name="adj" fmla="val 96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88720" y="301752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이직률 높아 매번 재교육 발생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27583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17520"/>
            <a:ext cx="3840480" cy="754380"/>
          </a:xfrm>
          <a:prstGeom prst="roundRect">
            <a:avLst>
              <a:gd name="adj" fmla="val 969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301752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인력 풀 운영, 장기 근속자 인센티브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4850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048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5840" y="3863340"/>
            <a:ext cx="3611880" cy="754380"/>
          </a:xfrm>
          <a:prstGeom prst="roundRect">
            <a:avLst>
              <a:gd name="adj" fmla="val 969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88720" y="3863340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인원 현황 파악이 늦음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97680" y="412165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863340"/>
            <a:ext cx="3840480" cy="754380"/>
          </a:xfrm>
          <a:prstGeom prst="roundRect">
            <a:avLst>
              <a:gd name="adj" fmla="val 969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0" y="386334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09시 계획/실적표 공유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SUPPLY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공급 계획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0058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인원(명)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라인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2026.11 ~ 2027.04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검사(QC)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2026.11 ~ 2027.04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28016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예정 인원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26일 운영 기준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연인원 약 1,300명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프로세스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1993392"/>
            <a:ext cx="685800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접수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직무·인원·교대·기간 확인 (D-7)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85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모집·선발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풀 + 지역 모집망 가동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301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01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교육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안전·위생·공정 기본 교육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17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17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출근·이동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차량/픽업 지점 배정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33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733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관리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상주 관리자·일일 근태 보고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44968" y="1737360"/>
            <a:ext cx="512064" cy="51206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449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정산·리포트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계획/실적 리포트 제출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고객사에 계획/실적(인원·결원·차량 운행)을 공유하고, 매월 달성률·결원 원인·개선안을 리포트로 제출합니다.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 SUPPORT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차량 지원 방안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차량지원: 있음 (고객사 셔틀버스)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탑승 명단 공유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전일 18시까지 교대별 탑승 명단을 고객사 총무팀에 전달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384048" cy="384048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픽업 지점 관리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98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현장 관리자가 픽업 지점에서 인원 확인 후 탑승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384048" cy="384048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지각·이탈 관리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미탑승자 즉시 연락, 결원 시 대체 인력 개별 이동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픽업 지점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828800"/>
            <a:ext cx="0" cy="1133856"/>
          </a:xfrm>
          <a:prstGeom prst="line">
            <a:avLst/>
          </a:prstGeom>
          <a:noFill/>
          <a:ln w="25400">
            <a:solidFill>
              <a:srgbClr val="1E8C7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897880" y="1737360"/>
            <a:ext cx="182880" cy="182880"/>
          </a:xfrm>
          <a:prstGeom prst="ellipse">
            <a:avLst/>
          </a:prstGeom>
          <a:solidFill>
            <a:srgbClr val="1E8C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박닌 버스터미널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2304288"/>
            <a:ext cx="182880" cy="182880"/>
          </a:xfrm>
          <a:prstGeom prst="ellipse">
            <a:avLst/>
          </a:prstGeom>
          <a:solidFill>
            <a:srgbClr val="1E8C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뜨선 시장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2871216"/>
            <a:ext cx="182880" cy="182880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옌퐁 산업단지 정문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 &amp; COMPLIANCE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관리와 법규 준수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노동법 준수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근로계약·최저임금·연장근로 한도 준수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898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5478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가입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사회·의료·실업보험 및 상해보험 가입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교육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전 안전교육 이수 확인서 제출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결원 대체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결원 발생 시 2시간 내 대체 투입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898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186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186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5478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 투명성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5186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계획/실적표 공유, 월간 리포트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매니저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한국어·베트남어 담당자 배정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RECORD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공급 실적 (계획 대비 실적)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평균 달성률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96.1%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640080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실적 연인원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13,932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~ 9월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(단가)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 (VND/인·일)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라인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임금·보험·관리비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검사(QC)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야간수당·보험·관리비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VND / 1인·1일(8시간) 기준, VAT 별도. 출퇴근은 고객사 셔틀 이용.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309360" y="128016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월 비용 (VAT 별도)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561.6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백만 VND / 월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계획 인원 × 단가 × 월 26일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공급 사례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전자부품 (박닌)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생산·검사 인력 월 1,100명 공급, 2년째 계약 유지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08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봉제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섬유 (동나이)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 30명 증원, 자사 셔틀 운행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63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물류 (하노이)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93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상하차 18명 상시 운영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63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식품 (빈즈엉)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493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2교대 포장 라인 22명, 위생교육 100% 이수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291840" cy="3291840"/>
          </a:xfrm>
          <a:prstGeom prst="ellipse">
            <a:avLst/>
          </a:prstGeom>
          <a:solidFill>
            <a:srgbClr val="1E8C7E">
              <a:alpha val="60000"/>
            </a:srgbClr>
          </a:solidFill>
          <a:ln w="12700">
            <a:solidFill>
              <a:srgbClr val="1E8C7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TERMS &amp; NEXT STEPS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조건과 다음 단계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기간: 2026.11.01 ~ 2027.04.30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정산: 월말 마감, 익월 10일 계산서 발행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변경: 3일 전 통보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유효기간: 2026.11.04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25880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325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투어 및 직무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892808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892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일정 확정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459736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체결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홍길동 영업팀장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 +84 90 000 0000   ·   Zalo +84 90 000 0000   ·   sales@example.com   ·   Hà Nội, Việt Nam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OO HR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한빛전자 비나 인력공급 제안서</dc:title>
  <dc:subject>PptxGenJS Presentation</dc:subject>
  <dc:creator>OO HR Vietnam</dc:creator>
  <cp:lastModifiedBy>OO HR Vietnam</cp:lastModifiedBy>
  <cp:revision>1</cp:revision>
  <dcterms:created xsi:type="dcterms:W3CDTF">2026-09-26T05:19:40Z</dcterms:created>
  <dcterms:modified xsi:type="dcterms:W3CDTF">2026-09-26T05:19:40Z</dcterms:modified>
</cp:coreProperties>
</file>